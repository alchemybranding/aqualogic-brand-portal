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Leadership bios from the Our People copy. Drop in each leader's headshot in place of the placeholder avatar.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 quote slot. Select from the engagement survey analysis once permissions are in place. Survey data stays internal; only chosen quotes are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cover_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0"/>
            <a:ext cx="5379415" cy="6858000"/>
          </a:xfrm>
          <a:prstGeom prst="rect">
            <a:avLst/>
          </a:prstGeom>
        </p:spPr>
      </p:pic>
      <p:pic>
        <p:nvPicPr>
          <p:cNvPr id="3" name="Image 1" descr="/home/claude/deck/img/logo_r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31520"/>
            <a:ext cx="2057400" cy="6767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517904"/>
            <a:ext cx="868680" cy="3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6AC2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 OF</a:t>
            </a:r>
            <a:endParaRPr lang="en-US" sz="900" dirty="0"/>
          </a:p>
        </p:txBody>
      </p:sp>
      <p:pic>
        <p:nvPicPr>
          <p:cNvPr id="5" name="Image 2" descr="/home/claude/deck/img/sustec_r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517904"/>
            <a:ext cx="1755648" cy="34676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40080" y="26060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Life at </a:t>
            </a:r>
            <a:pPr indent="0" marL="0">
              <a:lnSpc>
                <a:spcPct val="102000"/>
              </a:lnSpc>
              <a:buNone/>
            </a:pPr>
            <a:r>
              <a:rPr lang="en-US" sz="43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Aqualogic.</a:t>
            </a:r>
            <a:endParaRPr lang="en-US" sz="4300" dirty="0"/>
          </a:p>
        </p:txBody>
      </p:sp>
      <p:sp>
        <p:nvSpPr>
          <p:cNvPr id="7" name="Text 2"/>
          <p:cNvSpPr/>
          <p:nvPr/>
        </p:nvSpPr>
        <p:spPr>
          <a:xfrm>
            <a:off x="640080" y="39776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6AC2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business growing across the UK, doing work that matters, with the kind of culture you only get when people genuinely look out for each other.</a:t>
            </a:r>
            <a:endParaRPr lang="en-US" sz="1450" dirty="0"/>
          </a:p>
        </p:txBody>
      </p:sp>
      <p:sp>
        <p:nvSpPr>
          <p:cNvPr id="8" name="Text 3"/>
          <p:cNvSpPr/>
          <p:nvPr/>
        </p:nvSpPr>
        <p:spPr>
          <a:xfrm>
            <a:off x="640080" y="6035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INTERNAL ENGAGEMENT TEMPLATE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81328" y="1783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44144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24414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purpose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9981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81328" y="30998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values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75818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81328" y="375818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Life here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41655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81328" y="44165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Growing with us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81328" y="5074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 part of it</a:t>
            </a:r>
            <a:endParaRPr lang="en-US" sz="1800" dirty="0"/>
          </a:p>
        </p:txBody>
      </p:sp>
      <p:pic>
        <p:nvPicPr>
          <p:cNvPr id="16" name="Image 0" descr="/home/claude/deck/img/office_entran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463040"/>
            <a:ext cx="4507992" cy="3820332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pic>
      <p:pic>
        <p:nvPicPr>
          <p:cNvPr id="17" name="Image 1" descr="/home/claude/deck/img/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45936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 ·  WHO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team, one focus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 is its people.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are a skilled, mixed team, from apprentices taking their first steps to experienced engineers, consultants, plumbers, auditors and technical specialists, brought together by one shared aim: using water more intelligently.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began as Flow Control in 1979 with one simple focus: reducing waste and saving water. What has stayed constant is the underlying logic: practical intervention, intelligent use of expertise and measurable outcomes. Today, as part of the Sustec group, we are building on that foundation, not leaving it behind.</a:t>
            </a:r>
            <a:endParaRPr lang="en-US" sz="1400" dirty="0"/>
          </a:p>
        </p:txBody>
      </p:sp>
      <p:pic>
        <p:nvPicPr>
          <p:cNvPr id="7" name="Image 0" descr="/home/claude/deck/img/ourpeop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554480"/>
            <a:ext cx="3913632" cy="2898987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pic>
      <p:pic>
        <p:nvPicPr>
          <p:cNvPr id="8" name="Image 1" descr="/home/claude/deck/img/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4593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mark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3108960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C2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 ·  OUR PURPOSE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AC2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our work matters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40080" y="214884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help protect water as a vital resource by 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reducing waste, improving efficiency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delivering practical solutions that create lasting value for customers, communities and the environment.</a:t>
            </a:r>
            <a:endParaRPr lang="en-US" sz="3000" dirty="0"/>
          </a:p>
        </p:txBody>
      </p:sp>
      <p:pic>
        <p:nvPicPr>
          <p:cNvPr id="6" name="Image 1" descr="/home/claude/deck/img/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45936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div_valu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C3A">
              <a:alpha val="60000"/>
            </a:srgbClr>
          </a:solidFill>
          <a:ln/>
        </p:spPr>
      </p:sp>
      <p:pic>
        <p:nvPicPr>
          <p:cNvPr id="4" name="Image 1" descr="/home/claude/deck/img/logo_r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691640" cy="5564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240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64008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values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640080" y="43434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6AC2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we stand for, and how we work together.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 ·  OUR VALUES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values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EDEFF7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627632"/>
            <a:ext cx="493776" cy="493776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7556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40480" y="146304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build confidence through transparency, reliability and doing what we say we will do.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395728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EDEFF7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2560320"/>
            <a:ext cx="493776" cy="493776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883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3957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Ingenuity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840480" y="2395728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think practically, adapt intelligently and solve problems in ways that create better outcomes.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328416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EDEF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3493008"/>
            <a:ext cx="493776" cy="493776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62102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32841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Excellence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840480" y="3328416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set high standards, take pride in our work and deliver with consistency, care and quality.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261104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EDEFF7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425696"/>
            <a:ext cx="493776" cy="493776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55371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26110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3840480" y="4261104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work openly, support one another and build strong relationships that make us better together.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5193792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EDEFF7"/>
          </a:solidFill>
          <a:ln/>
        </p:spPr>
      </p:sp>
      <p:sp>
        <p:nvSpPr>
          <p:cNvPr id="25" name="Shape 19"/>
          <p:cNvSpPr/>
          <p:nvPr/>
        </p:nvSpPr>
        <p:spPr>
          <a:xfrm>
            <a:off x="896112" y="5358384"/>
            <a:ext cx="493776" cy="493776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4864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51937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Agility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840480" y="5193792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stay responsive, adaptable and ready to move, so we can deliver where it matters most.</a:t>
            </a:r>
            <a:endParaRPr lang="en-US" sz="1300" dirty="0"/>
          </a:p>
        </p:txBody>
      </p:sp>
      <p:pic>
        <p:nvPicPr>
          <p:cNvPr id="29" name="Image 5" descr="/home/claude/deck/img/m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345936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 ·  OUR VALUES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Values in action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Values land through behaviour, not labels. Here is what they look like day to 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993392" cy="3429000"/>
          </a:xfrm>
          <a:prstGeom prst="roundRect">
            <a:avLst>
              <a:gd name="adj" fmla="val 4587"/>
            </a:avLst>
          </a:prstGeom>
          <a:solidFill>
            <a:srgbClr val="EDEF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810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Transparency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Accountability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Honesty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Dependability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52928" y="1920240"/>
            <a:ext cx="1993392" cy="3429000"/>
          </a:xfrm>
          <a:prstGeom prst="roundRect">
            <a:avLst>
              <a:gd name="adj" fmla="val 4587"/>
            </a:avLst>
          </a:prstGeom>
          <a:solidFill>
            <a:srgbClr val="EDEFF7"/>
          </a:solidFill>
          <a:ln/>
        </p:spPr>
      </p:sp>
      <p:sp>
        <p:nvSpPr>
          <p:cNvPr id="9" name="Text 7"/>
          <p:cNvSpPr/>
          <p:nvPr/>
        </p:nvSpPr>
        <p:spPr>
          <a:xfrm>
            <a:off x="2944368" y="21945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Ingenuity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44368" y="2834640"/>
            <a:ext cx="1810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Curiosity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Adaptability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Problem-solving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65776" y="1920240"/>
            <a:ext cx="1993392" cy="3429000"/>
          </a:xfrm>
          <a:prstGeom prst="roundRect">
            <a:avLst>
              <a:gd name="adj" fmla="val 4587"/>
            </a:avLst>
          </a:prstGeom>
          <a:solidFill>
            <a:srgbClr val="EDEFF7"/>
          </a:solidFill>
          <a:ln/>
        </p:spPr>
      </p:sp>
      <p:sp>
        <p:nvSpPr>
          <p:cNvPr id="12" name="Text 10"/>
          <p:cNvSpPr/>
          <p:nvPr/>
        </p:nvSpPr>
        <p:spPr>
          <a:xfrm>
            <a:off x="5157216" y="21945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Excellence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57216" y="2834640"/>
            <a:ext cx="1810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Quality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Consistency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Ownership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Attention to detail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78624" y="1920240"/>
            <a:ext cx="1993392" cy="3429000"/>
          </a:xfrm>
          <a:prstGeom prst="roundRect">
            <a:avLst>
              <a:gd name="adj" fmla="val 4587"/>
            </a:avLst>
          </a:prstGeom>
          <a:solidFill>
            <a:srgbClr val="EDEFF7"/>
          </a:solidFill>
          <a:ln/>
        </p:spPr>
      </p:sp>
      <p:sp>
        <p:nvSpPr>
          <p:cNvPr id="15" name="Text 13"/>
          <p:cNvSpPr/>
          <p:nvPr/>
        </p:nvSpPr>
        <p:spPr>
          <a:xfrm>
            <a:off x="7370064" y="21945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70064" y="2834640"/>
            <a:ext cx="1810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Openness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Teamwork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Respect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Knowledge-sharing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91472" y="1920240"/>
            <a:ext cx="1993392" cy="3429000"/>
          </a:xfrm>
          <a:prstGeom prst="roundRect">
            <a:avLst>
              <a:gd name="adj" fmla="val 4587"/>
            </a:avLst>
          </a:prstGeom>
          <a:solidFill>
            <a:srgbClr val="EDEFF7"/>
          </a:solidFill>
          <a:ln/>
        </p:spPr>
      </p:sp>
      <p:sp>
        <p:nvSpPr>
          <p:cNvPr id="18" name="Text 16"/>
          <p:cNvSpPr/>
          <p:nvPr/>
        </p:nvSpPr>
        <p:spPr>
          <a:xfrm>
            <a:off x="9582912" y="21945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82912" y="2834640"/>
            <a:ext cx="1810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Responsiveness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Flexibility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Pace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Willingness to act</a:t>
            </a:r>
            <a:endParaRPr lang="en-US" sz="1200" dirty="0"/>
          </a:p>
        </p:txBody>
      </p:sp>
      <p:pic>
        <p:nvPicPr>
          <p:cNvPr id="20" name="Image 0" descr="/home/claude/deck/img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45936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 ·  LIFE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Life at Aqualogic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work here is practical and hands-on. Teams are close, the structure is flatter than you might expect, and people help each other out rather than standing on ceremony.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would rather bring someone in and train them properly than hire bad habits, so the focus is on doing the job well and supporting each other to get there.</a:t>
            </a:r>
            <a:endParaRPr lang="en-US" sz="1500" dirty="0"/>
          </a:p>
        </p:txBody>
      </p:sp>
      <p:pic>
        <p:nvPicPr>
          <p:cNvPr id="6" name="Image 0" descr="/home/claude/deck/img/office_loun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554480"/>
            <a:ext cx="4818888" cy="3706837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pic>
      <p:pic>
        <p:nvPicPr>
          <p:cNvPr id="7" name="Image 1" descr="/home/claude/deck/img/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45936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commitedtosafet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C3A">
              <a:alpha val="3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0080" y="3611880"/>
            <a:ext cx="6126480" cy="2606040"/>
          </a:xfrm>
          <a:prstGeom prst="roundRect">
            <a:avLst>
              <a:gd name="adj" fmla="val 4211"/>
            </a:avLst>
          </a:prstGeom>
          <a:solidFill>
            <a:srgbClr val="0C2C3A"/>
          </a:solidFill>
          <a:ln/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sp>
      <p:pic>
        <p:nvPicPr>
          <p:cNvPr id="5" name="Image 1" descr="/home/claude/deck/img/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3840480"/>
            <a:ext cx="402336" cy="4023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CULTURE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005840" y="431596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Safe and </a:t>
            </a:r>
            <a:pPr indent="0" marL="0">
              <a:buNone/>
            </a:pPr>
            <a:r>
              <a:rPr lang="en-US" sz="26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Sound.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1005840" y="50749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DEF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more than 16 years we have worked to build a culture where every person, employee or partner, gets home safe each day.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div_grow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C3A">
              <a:alpha val="60000"/>
            </a:srgbClr>
          </a:solidFill>
          <a:ln/>
        </p:spPr>
      </p:sp>
      <p:pic>
        <p:nvPicPr>
          <p:cNvPr id="4" name="Image 1" descr="/home/claude/deck/img/logo_r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691640" cy="5564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240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64008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Growing with us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640080" y="43434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6AC2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progression, strong training and room to build a long career.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 ·  GROWING WITH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Progression is real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lot of our supervisors, project managers and senior people started in entry-level or field-based roles and worked their way up. If you are willing to learn and put the work in, there is a clear path forward.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3246120"/>
            <a:ext cx="914400" cy="914400"/>
          </a:xfrm>
          <a:prstGeom prst="ellipse">
            <a:avLst/>
          </a:prstGeom>
          <a:solidFill>
            <a:srgbClr val="00B6D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Entry / field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4736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Where many begin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74520" y="324612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85032" y="3246120"/>
            <a:ext cx="914400" cy="914400"/>
          </a:xfrm>
          <a:prstGeom prst="ellipse">
            <a:avLst/>
          </a:prstGeom>
          <a:solidFill>
            <a:srgbClr val="00B6DB"/>
          </a:solidFill>
          <a:ln/>
        </p:spPr>
      </p:sp>
      <p:sp>
        <p:nvSpPr>
          <p:cNvPr id="11" name="Text 9"/>
          <p:cNvSpPr/>
          <p:nvPr/>
        </p:nvSpPr>
        <p:spPr>
          <a:xfrm>
            <a:off x="3685032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07792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Supervisor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07792" y="4736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Lead a team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99432" y="324612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9944" y="3246120"/>
            <a:ext cx="914400" cy="914400"/>
          </a:xfrm>
          <a:prstGeom prst="ellipse">
            <a:avLst/>
          </a:prstGeom>
          <a:solidFill>
            <a:srgbClr val="00B6D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9944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632704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manager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32704" y="4736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 programmes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24344" y="324612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134856" y="3246120"/>
            <a:ext cx="914400" cy="914400"/>
          </a:xfrm>
          <a:prstGeom prst="ellipse">
            <a:avLst/>
          </a:prstGeom>
          <a:solidFill>
            <a:srgbClr val="00B6DB"/>
          </a:solidFill>
          <a:ln/>
        </p:spPr>
      </p:sp>
      <p:sp>
        <p:nvSpPr>
          <p:cNvPr id="21" name="Text 19"/>
          <p:cNvSpPr/>
          <p:nvPr/>
        </p:nvSpPr>
        <p:spPr>
          <a:xfrm>
            <a:off x="9134856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57616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Senior / leadership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57616" y="4736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Shape the business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promote from within: at supervisor level we develop our own people rather than advertising out.</a:t>
            </a:r>
            <a:endParaRPr lang="en-US" sz="1300" dirty="0"/>
          </a:p>
        </p:txBody>
      </p:sp>
      <p:pic>
        <p:nvPicPr>
          <p:cNvPr id="25" name="Image 0" descr="/home/claude/deck/img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45936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 ·  GROWING WITH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invest in people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Funded core training, the qualifications to do the job safely and well, and a clear route from learning the trade to leading on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DEFF7"/>
            </a:solidFill>
            <a:prstDash val="solid"/>
          </a:ln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514600"/>
            <a:ext cx="868680" cy="868680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73405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520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training and tickets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42062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Funded core training and the technical qualifications needed to do the job safely and well.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2148840"/>
            <a:ext cx="34290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DEFF7"/>
            </a:solidFill>
            <a:prstDash val="solid"/>
          </a:ln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3168" y="2514600"/>
            <a:ext cx="868680" cy="868680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273405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520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Management development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73168" y="42062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CMI-accredited management development for people moving up into supervisory and leadership roles.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48840"/>
            <a:ext cx="34290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DEFF7"/>
            </a:solidFill>
            <a:prstDash val="solid"/>
          </a:ln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94776" y="2514600"/>
            <a:ext cx="868680" cy="868680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734056"/>
            <a:ext cx="429768" cy="4297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94776" y="3520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Apprenticeships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94776" y="42062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bring people in early, with a clear route from learning the trade to leading on it.</a:t>
            </a:r>
            <a:endParaRPr lang="en-US" sz="1250" dirty="0"/>
          </a:p>
        </p:txBody>
      </p:sp>
      <p:pic>
        <p:nvPicPr>
          <p:cNvPr id="20" name="Image 3" descr="/home/claude/deck/img/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 ·  GROWING WITH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growing business, national reach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is a growing business with national reach. We deliver large-scale programmes for water companies right across the UK, which means real projects, real responsibility and room to grow with us.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operational centres anchor the business. Wherever you are based, there are opportunities in the field, in our centres and across our programmes.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783080"/>
            <a:ext cx="4782312" cy="1463040"/>
          </a:xfrm>
          <a:prstGeom prst="roundRect">
            <a:avLst>
              <a:gd name="adj" fmla="val 6250"/>
            </a:avLst>
          </a:prstGeom>
          <a:solidFill>
            <a:srgbClr val="EDEFF7"/>
          </a:solidFill>
          <a:ln/>
        </p:spPr>
      </p:sp>
      <p:sp>
        <p:nvSpPr>
          <p:cNvPr id="7" name="Shape 5"/>
          <p:cNvSpPr/>
          <p:nvPr/>
        </p:nvSpPr>
        <p:spPr>
          <a:xfrm>
            <a:off x="7086600" y="2148840"/>
            <a:ext cx="731520" cy="731520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322576"/>
            <a:ext cx="310896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9244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South Wales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9244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Operational centre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66560" y="3566160"/>
            <a:ext cx="4782312" cy="1463040"/>
          </a:xfrm>
          <a:prstGeom prst="roundRect">
            <a:avLst>
              <a:gd name="adj" fmla="val 6250"/>
            </a:avLst>
          </a:prstGeom>
          <a:solidFill>
            <a:srgbClr val="EDEFF7"/>
          </a:solidFill>
          <a:ln/>
        </p:spPr>
      </p:sp>
      <p:sp>
        <p:nvSpPr>
          <p:cNvPr id="12" name="Shape 9"/>
          <p:cNvSpPr/>
          <p:nvPr/>
        </p:nvSpPr>
        <p:spPr>
          <a:xfrm>
            <a:off x="7086600" y="3931920"/>
            <a:ext cx="731520" cy="731520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912" y="4105656"/>
            <a:ext cx="310896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9244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Wirral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09244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Operational centre</a:t>
            </a:r>
            <a:endParaRPr lang="en-US" sz="1300" dirty="0"/>
          </a:p>
        </p:txBody>
      </p:sp>
      <p:pic>
        <p:nvPicPr>
          <p:cNvPr id="16" name="Image 2" descr="/home/claude/deck/img/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4593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 ·  WHO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Meet the leadership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39512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DEFF7"/>
            </a:solidFill>
            <a:prstDash val="solid"/>
          </a:ln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709928"/>
            <a:ext cx="914400" cy="914400"/>
          </a:xfrm>
          <a:prstGeom prst="ellipse">
            <a:avLst/>
          </a:prstGeom>
          <a:solidFill>
            <a:srgbClr val="EDEF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19751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764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Ben Rice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11680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CHIEF OPERATIONS OFFICER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Ben leads on operations and governance, helping Aqualogic deliver at pace and with confidence, with a focus on resilient operations and practical water conservation outcomes.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45352" y="1417320"/>
            <a:ext cx="5239512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DEFF7"/>
            </a:solidFill>
            <a:prstDash val="solid"/>
          </a:ln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709928"/>
            <a:ext cx="914400" cy="914400"/>
          </a:xfrm>
          <a:prstGeom prst="ellipse">
            <a:avLst/>
          </a:prstGeom>
          <a:solidFill>
            <a:srgbClr val="EDEF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197510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16952" y="1764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Ashley Williams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16952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CHIEF GROWTH OFFICER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565392" y="26974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Ashley leads our growth, shaping how we expand our services across the water sector. He joined Aqualogic in 2011 and has built much of our market and partnership activity.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3794760"/>
            <a:ext cx="5239512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DEFF7"/>
            </a:solidFill>
            <a:prstDash val="solid"/>
          </a:ln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2688" y="4087368"/>
            <a:ext cx="914400" cy="914400"/>
          </a:xfrm>
          <a:prstGeom prst="ellipse">
            <a:avLst/>
          </a:prstGeom>
          <a:solidFill>
            <a:srgbClr val="EDEFF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435254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11680" y="41422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Jonathan Adler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2011680" y="4544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 SERVICES DIRECTOR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60120" y="50749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Jonathan leads Client Services, making sure customers get a consistent, high-quality experience from first contact through to ongoing support.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45352" y="3794760"/>
            <a:ext cx="5239512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DEFF7"/>
            </a:solidFill>
            <a:prstDash val="solid"/>
          </a:ln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37960" y="4087368"/>
            <a:ext cx="914400" cy="914400"/>
          </a:xfrm>
          <a:prstGeom prst="ellipse">
            <a:avLst/>
          </a:prstGeom>
          <a:solidFill>
            <a:srgbClr val="EDEFF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352544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16952" y="41422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Wayne Arscott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616952" y="4544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WATER SERVICES DIRECTOR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565392" y="50749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Wayne leads our Water Services Division, with senior experience across the UK water sector. He joined the board in 2025 and is known for leakage detection and frontline delivery.</a:t>
            </a:r>
            <a:endParaRPr lang="en-US" sz="1050" dirty="0"/>
          </a:p>
        </p:txBody>
      </p:sp>
      <p:pic>
        <p:nvPicPr>
          <p:cNvPr id="28" name="Image 4" descr="/home/claude/deck/img/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34593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mark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3108960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C2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PEOPLE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94360" y="1051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genuine quote from someone on the team goes here, 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their own words</a:t>
            </a:r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on what it is like to work at Aqualogic.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4800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C2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[Name], [Role]</a:t>
            </a:r>
            <a:endParaRPr lang="en-US" sz="1500" dirty="0"/>
          </a:p>
        </p:txBody>
      </p:sp>
      <p:pic>
        <p:nvPicPr>
          <p:cNvPr id="7" name="Image 1" descr="/home/claude/deck/img/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345936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 ·  BE PART OF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 part of 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DEFF7"/>
            </a:solidFill>
            <a:prstDash val="solid"/>
          </a:ln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331720"/>
            <a:ext cx="868680" cy="868680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55117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3558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the values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51560" y="3858768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Bring trust, ingenuity, excellence, collaboration and agility into the everyday.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1688" y="196596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DEFF7"/>
            </a:solidFill>
            <a:prstDash val="solid"/>
          </a:ln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73168" y="2331720"/>
            <a:ext cx="868680" cy="868680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255117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3168" y="33558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Look out for each other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73168" y="3858768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Close teams, a flatter structure and real support. We keep that human side as we grow.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96596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DEFF7"/>
            </a:solidFill>
            <a:prstDash val="solid"/>
          </a:ln>
          <a:effectLst>
            <a:outerShdw sx="100000" sy="100000" kx="0" ky="0" algn="bl" rotWithShape="0" blurRad="114300" dist="38100" dir="5400000">
              <a:srgbClr val="0C2C3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4776" y="2331720"/>
            <a:ext cx="868680" cy="868680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551176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4776" y="33558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Grow with us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94776" y="3858768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progression and strong training. There is a clear path forward for people who put the work in.</a:t>
            </a:r>
            <a:endParaRPr lang="en-US" sz="1250" dirty="0"/>
          </a:p>
        </p:txBody>
      </p:sp>
      <p:pic>
        <p:nvPicPr>
          <p:cNvPr id="19" name="Image 3" descr="/home/claude/deck/img/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34593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04869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mark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3108960"/>
            <a:ext cx="5120640" cy="5120640"/>
          </a:xfrm>
          <a:prstGeom prst="rect">
            <a:avLst/>
          </a:prstGeom>
        </p:spPr>
      </p:pic>
      <p:pic>
        <p:nvPicPr>
          <p:cNvPr id="3" name="Image 1" descr="/home/claude/deck/img/logo_r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2286000" cy="75197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286000"/>
            <a:ext cx="868680" cy="370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6AC2D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 OF</a:t>
            </a:r>
            <a:endParaRPr lang="en-US" sz="900" dirty="0"/>
          </a:p>
        </p:txBody>
      </p:sp>
      <p:pic>
        <p:nvPicPr>
          <p:cNvPr id="5" name="Image 2" descr="/home/claude/deck/img/sustec_r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2286000"/>
            <a:ext cx="1874520" cy="37023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40080" y="2880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2"/>
          <p:cNvSpPr/>
          <p:nvPr/>
        </p:nvSpPr>
        <p:spPr>
          <a:xfrm>
            <a:off x="64008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 is its people.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64008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[Add your team contact, intranet link or next steps here]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Aqualogic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Aqualogic internal engagement template</dc:title>
  <dc:subject>PptxGenJS Presentation</dc:subject>
  <dc:creator>Alchemy</dc:creator>
  <cp:lastModifiedBy>Alchemy</cp:lastModifiedBy>
  <cp:revision>1</cp:revision>
  <dcterms:created xsi:type="dcterms:W3CDTF">2026-06-11T14:22:48Z</dcterms:created>
  <dcterms:modified xsi:type="dcterms:W3CDTF">2026-06-11T14:22:48Z</dcterms:modified>
</cp:coreProperties>
</file>